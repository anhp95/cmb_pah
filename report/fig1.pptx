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CD48-9F92-C9C7-E854-4F4452E3C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D3D99-DDBA-591C-79DC-30A581D64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20044-D6F3-7899-0382-70D9B112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2C5D6-CEBB-567C-ED18-C58C48CB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1185E-2ED6-629C-C023-FBA82323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16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656D-80C7-D880-CEFF-10378B7E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A414-A528-8249-0E1F-4C1FFA0F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DEDFA-B51A-5B21-0AFB-201393F5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CD03-56EB-7B71-A572-DE8A0F07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C3451-9EB2-C692-8EB8-0853ABA1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40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A0B3-4996-B2F4-C062-48274029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099ED-DF21-EC86-F21C-B7F07C2F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123D6-F842-6964-8785-CEBC9F67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FCFF-1D78-F622-2216-38995DD0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D323-8E2F-BAB1-D6DC-60E70BAA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98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15F8-592D-998E-D963-615BA18C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91E8-896A-E410-097C-3612E9633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0ABF9-FFAE-0157-BBF5-93CF36042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EBD2C-CFD6-303C-DB80-56DDE80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ECCC5-2CAE-61AA-445B-E93221B3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58FB3-9F65-623A-DD0E-CEA5A900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38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A158-7C5D-BA63-EF0D-8BF0108D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360A-FCB1-1B77-9B75-B786FD569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E694A-D613-E7F7-36BD-9CFA02FBE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F37A7-FE2B-C030-796C-BDAB8E3D0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BE900-D37C-65DD-1453-04F521FDD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AC5F-950C-609F-5775-C14524F7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769A2-D81A-4D1E-BA49-36B233E7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CA6AD-B35D-ECE4-275B-0C3E4935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3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8676-CAAD-01B2-9101-C71E7D65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A9897-4D60-D5A5-99E3-84581BB5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F6F04-70D9-354E-915E-3F94F49D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4A87E-C182-A0CC-4E10-E6208020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34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7AF13-38C2-10F2-C068-704DF196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0F756-BBD3-15C4-F0F7-025BE682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6E0CD-6834-0B45-9906-7EB7817B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87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401E-E474-32D8-3060-D1ADFE77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BCC79-D84F-B4A1-53ED-53427238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56796-F3AD-CB91-8643-643B02250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93F33-D5DA-87CF-6972-CB7E54F0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BA67D-96B0-5DCD-AC2B-861FD808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1C39E-FA97-3295-A649-357B9875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69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A0AC-84B3-16FC-4C53-3864A615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F2E4D-7F11-087E-1AD9-A8B04E0BC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165BF-50D3-8D2E-74A7-9925620E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3E2A3-7FDF-6054-49E6-DB1253C0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2C6C-AD6B-84C7-0C97-D98AE122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7156C-AADE-C16C-51DA-9526BCF6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02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8007-D57A-89B9-F06F-B6CBC721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6B7A9-822E-812F-2675-D30C1FAD4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A49C1-E592-7E1B-C9AA-EB0CF46F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7694-1B8B-0E12-AB16-3727F5E6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FD11F-C095-19C1-ADA2-5B9AD0EC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89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624C9-7A19-EC26-0211-34CC3735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3730C-DA62-9A2C-B1CF-A392D82CA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6B84-FDF0-B3FE-C2CF-2A12D9F9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BB57A-25E9-8B1B-2D32-64AF2F49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E7D8B-4A07-CCD9-4DA3-EE4F2C48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591FE-DE61-954B-D73A-77E826C8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AFDB9-E2E2-9DCE-ED26-6F63A0CA6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D2638-72FE-1E9D-3EC8-BF1665178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DA2BC-27A5-4E74-9FFD-ADF498E1647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07F9-8636-2DA1-9BE6-A9FC97642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4AAB-02E1-E960-FB89-3C785BFB7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2EC0-3F26-44D6-8E3A-2E96C64F0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0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B1AC-830C-A5D3-C970-565DB44AD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C7469-9D4A-A1C9-F8C1-8E2CDDD929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35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F68C35-0729-142C-D3D0-80AB7583E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00" y="3995821"/>
            <a:ext cx="1886213" cy="2676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F6D66F-AABD-AE30-658C-B981CD69C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913" y="3989732"/>
            <a:ext cx="1655072" cy="2676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DA2D87-EF76-D0C9-1684-DE33E79100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038"/>
          <a:stretch>
            <a:fillRect/>
          </a:stretch>
        </p:blipFill>
        <p:spPr>
          <a:xfrm>
            <a:off x="3807706" y="286197"/>
            <a:ext cx="2130253" cy="29331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85A7F6-6ADC-22B4-3E01-A730A7C18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999" y="286197"/>
            <a:ext cx="1914069" cy="29331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9D0BC2-474E-F83C-4B34-053E6C8D8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7658" y="286197"/>
            <a:ext cx="3116958" cy="13243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62CFA0-6769-F1E2-380E-23942A57FE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7658" y="1610596"/>
            <a:ext cx="3116958" cy="164747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6988D87-2EBD-6646-B112-55E5C115FA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3768" y="3429000"/>
            <a:ext cx="5430008" cy="340090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B858A83-A901-FF26-3E5C-8CCDF3F8D7E2}"/>
              </a:ext>
            </a:extLst>
          </p:cNvPr>
          <p:cNvCxnSpPr>
            <a:cxnSpLocks/>
          </p:cNvCxnSpPr>
          <p:nvPr/>
        </p:nvCxnSpPr>
        <p:spPr>
          <a:xfrm>
            <a:off x="4925985" y="3989732"/>
            <a:ext cx="2233265" cy="1359603"/>
          </a:xfrm>
          <a:prstGeom prst="line">
            <a:avLst/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B540B27-FA6C-154D-A0AD-8D4F6C3C8250}"/>
              </a:ext>
            </a:extLst>
          </p:cNvPr>
          <p:cNvCxnSpPr>
            <a:cxnSpLocks/>
          </p:cNvCxnSpPr>
          <p:nvPr/>
        </p:nvCxnSpPr>
        <p:spPr>
          <a:xfrm flipH="1">
            <a:off x="4925985" y="5729273"/>
            <a:ext cx="2245663" cy="937358"/>
          </a:xfrm>
          <a:prstGeom prst="line">
            <a:avLst/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3FF58A-CFF4-AF25-40F8-C4F434308FB0}"/>
              </a:ext>
            </a:extLst>
          </p:cNvPr>
          <p:cNvCxnSpPr>
            <a:cxnSpLocks/>
          </p:cNvCxnSpPr>
          <p:nvPr/>
        </p:nvCxnSpPr>
        <p:spPr>
          <a:xfrm>
            <a:off x="3807706" y="3219391"/>
            <a:ext cx="3879449" cy="1687354"/>
          </a:xfrm>
          <a:prstGeom prst="line">
            <a:avLst/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288416-1E74-AE8D-EFD2-0C217E92AAF2}"/>
              </a:ext>
            </a:extLst>
          </p:cNvPr>
          <p:cNvCxnSpPr>
            <a:cxnSpLocks/>
          </p:cNvCxnSpPr>
          <p:nvPr/>
        </p:nvCxnSpPr>
        <p:spPr>
          <a:xfrm>
            <a:off x="7792068" y="3219391"/>
            <a:ext cx="254275" cy="1670785"/>
          </a:xfrm>
          <a:prstGeom prst="line">
            <a:avLst/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83DFBF5-4D76-2259-125E-454D01194F60}"/>
              </a:ext>
            </a:extLst>
          </p:cNvPr>
          <p:cNvCxnSpPr>
            <a:cxnSpLocks/>
          </p:cNvCxnSpPr>
          <p:nvPr/>
        </p:nvCxnSpPr>
        <p:spPr>
          <a:xfrm>
            <a:off x="8717658" y="3219391"/>
            <a:ext cx="186677" cy="1687354"/>
          </a:xfrm>
          <a:prstGeom prst="line">
            <a:avLst/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602A8F-7F20-D1BB-04EB-0C796F17AAB0}"/>
              </a:ext>
            </a:extLst>
          </p:cNvPr>
          <p:cNvCxnSpPr>
            <a:cxnSpLocks/>
          </p:cNvCxnSpPr>
          <p:nvPr/>
        </p:nvCxnSpPr>
        <p:spPr>
          <a:xfrm flipH="1">
            <a:off x="9458194" y="3258066"/>
            <a:ext cx="2376422" cy="1648679"/>
          </a:xfrm>
          <a:prstGeom prst="line">
            <a:avLst/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A5BD659A-AC34-DEFF-F515-87EFEF47F664}"/>
              </a:ext>
            </a:extLst>
          </p:cNvPr>
          <p:cNvSpPr/>
          <p:nvPr/>
        </p:nvSpPr>
        <p:spPr>
          <a:xfrm>
            <a:off x="7687155" y="4890176"/>
            <a:ext cx="359188" cy="37993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412D17C-A4FA-F455-1459-A217062B1AB4}"/>
              </a:ext>
            </a:extLst>
          </p:cNvPr>
          <p:cNvSpPr/>
          <p:nvPr/>
        </p:nvSpPr>
        <p:spPr>
          <a:xfrm>
            <a:off x="7171648" y="5349335"/>
            <a:ext cx="359188" cy="37993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A1E179A-9472-B4B0-5353-13A461DC6624}"/>
              </a:ext>
            </a:extLst>
          </p:cNvPr>
          <p:cNvSpPr/>
          <p:nvPr/>
        </p:nvSpPr>
        <p:spPr>
          <a:xfrm>
            <a:off x="8894214" y="4918912"/>
            <a:ext cx="563980" cy="27974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DD11D1-9F54-5296-996C-4EB1BEF59FA7}"/>
              </a:ext>
            </a:extLst>
          </p:cNvPr>
          <p:cNvSpPr txBox="1"/>
          <p:nvPr/>
        </p:nvSpPr>
        <p:spPr>
          <a:xfrm>
            <a:off x="1915302" y="3673137"/>
            <a:ext cx="2651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Khu vực lấy mẫu tại Hưng Yên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139B54-943D-0A2D-8825-5943D20FD473}"/>
              </a:ext>
            </a:extLst>
          </p:cNvPr>
          <p:cNvSpPr txBox="1"/>
          <p:nvPr/>
        </p:nvSpPr>
        <p:spPr>
          <a:xfrm>
            <a:off x="8918714" y="-6268"/>
            <a:ext cx="2842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Khu vực lấy mẫu tại Quảng Ninh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D495356-5DE2-A6A7-F800-D512D1E1A435}"/>
              </a:ext>
            </a:extLst>
          </p:cNvPr>
          <p:cNvSpPr txBox="1"/>
          <p:nvPr/>
        </p:nvSpPr>
        <p:spPr>
          <a:xfrm>
            <a:off x="4669420" y="-30704"/>
            <a:ext cx="274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Khu vực lấy mẫu tại Hải Dương</a:t>
            </a:r>
          </a:p>
        </p:txBody>
      </p:sp>
    </p:spTree>
    <p:extLst>
      <p:ext uri="{BB962C8B-B14F-4D97-AF65-F5344CB8AC3E}">
        <p14:creationId xmlns:p14="http://schemas.microsoft.com/office/powerpoint/2010/main" val="291864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DDFB93B2-805D-7B02-6BA8-E5F2CAB5EF12}"/>
              </a:ext>
            </a:extLst>
          </p:cNvPr>
          <p:cNvGrpSpPr/>
          <p:nvPr/>
        </p:nvGrpSpPr>
        <p:grpSpPr>
          <a:xfrm>
            <a:off x="2097236" y="396871"/>
            <a:ext cx="8684825" cy="6440580"/>
            <a:chOff x="2097236" y="396871"/>
            <a:chExt cx="8684825" cy="644058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810FE1-169A-2843-2E3D-D15A68522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096" y="3166273"/>
              <a:ext cx="8640000" cy="3671178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E0092DA-3D6C-C809-3EAF-DB42F5EB7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5166" y="396871"/>
              <a:ext cx="2880000" cy="276986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6B52950-EBC8-8685-4C54-87BF7BF63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02061" y="396871"/>
              <a:ext cx="2880000" cy="2775572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442EAA7-1F3E-AA21-C078-8C1BA8A5FD67}"/>
                </a:ext>
              </a:extLst>
            </p:cNvPr>
            <p:cNvSpPr/>
            <p:nvPr/>
          </p:nvSpPr>
          <p:spPr>
            <a:xfrm>
              <a:off x="5673737" y="5175101"/>
              <a:ext cx="322846" cy="289465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2112952-C8BF-855D-4A9A-EBEF35426038}"/>
                </a:ext>
              </a:extLst>
            </p:cNvPr>
            <p:cNvSpPr/>
            <p:nvPr/>
          </p:nvSpPr>
          <p:spPr>
            <a:xfrm>
              <a:off x="6218408" y="4625344"/>
              <a:ext cx="322846" cy="289465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C30EE71-5487-ED5E-8CE7-FAC257F9196E}"/>
                </a:ext>
              </a:extLst>
            </p:cNvPr>
            <p:cNvSpPr/>
            <p:nvPr/>
          </p:nvSpPr>
          <p:spPr>
            <a:xfrm>
              <a:off x="7731231" y="4625343"/>
              <a:ext cx="322846" cy="289465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15ADA98-B941-BB03-6F22-B26F47474488}"/>
                </a:ext>
              </a:extLst>
            </p:cNvPr>
            <p:cNvCxnSpPr>
              <a:cxnSpLocks/>
            </p:cNvCxnSpPr>
            <p:nvPr/>
          </p:nvCxnSpPr>
          <p:spPr>
            <a:xfrm>
              <a:off x="2097236" y="3166275"/>
              <a:ext cx="3576501" cy="2298291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AFAE77A-97BC-3F7B-C94F-A80257D10061}"/>
                </a:ext>
              </a:extLst>
            </p:cNvPr>
            <p:cNvCxnSpPr>
              <a:cxnSpLocks/>
            </p:cNvCxnSpPr>
            <p:nvPr/>
          </p:nvCxnSpPr>
          <p:spPr>
            <a:xfrm>
              <a:off x="4932411" y="3166275"/>
              <a:ext cx="741326" cy="2008826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36A40F5-4476-EEF0-3D25-77170A809A40}"/>
                </a:ext>
              </a:extLst>
            </p:cNvPr>
            <p:cNvCxnSpPr>
              <a:cxnSpLocks/>
            </p:cNvCxnSpPr>
            <p:nvPr/>
          </p:nvCxnSpPr>
          <p:spPr>
            <a:xfrm>
              <a:off x="4995166" y="3166275"/>
              <a:ext cx="1214277" cy="1459067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3000B7B-5813-EE0A-16DB-861D1B916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1254" y="3166275"/>
              <a:ext cx="1315982" cy="1459067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F027639-B8DA-2123-11F4-64EB20534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2266" y="3166274"/>
              <a:ext cx="197725" cy="1470062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3F8A379-F17B-BBCD-2AF7-0F96B82B0B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4077" y="3166274"/>
              <a:ext cx="2727984" cy="1459068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356F6BF-35D4-C8BA-43D0-B10FBC19B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13096" y="396871"/>
              <a:ext cx="2880000" cy="27865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580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PHAN, Anh/ファン　アン</dc:creator>
  <cp:lastModifiedBy>PHAN, Anh/ファン　アン</cp:lastModifiedBy>
  <cp:revision>1</cp:revision>
  <dcterms:created xsi:type="dcterms:W3CDTF">2025-11-20T09:51:33Z</dcterms:created>
  <dcterms:modified xsi:type="dcterms:W3CDTF">2025-11-20T09:51:50Z</dcterms:modified>
</cp:coreProperties>
</file>